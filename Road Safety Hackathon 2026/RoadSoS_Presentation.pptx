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0"/>
            <a:ext cx="8595360" cy="0"/>
          </a:xfrm>
          <a:prstGeom prst="line">
            <a:avLst/>
          </a:prstGeom>
          <a:noFill/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206240"/>
            <a:ext cx="8595360" cy="0"/>
          </a:xfrm>
          <a:prstGeom prst="line">
            <a:avLst/>
          </a:prstGeom>
          <a:noFill/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502920"/>
            <a:ext cx="1005840" cy="347472"/>
          </a:xfrm>
          <a:prstGeom prst="roundRect">
            <a:avLst>
              <a:gd name="adj" fmla="val 13158"/>
            </a:avLst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029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🆘 SOS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RoadSoS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Emergency Services Finder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location of trauma centres · ambulances · police stations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road accident victims — starting with 5 Major Indian Cities (Phase 1).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480560"/>
            <a:ext cx="859536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Road Safety Hackathon 2026  •  IIT Madras — CoERS  •  Problem: RoadSoS</a:t>
            </a:r>
            <a:endParaRPr lang="en-US" sz="1200" dirty="0"/>
          </a:p>
        </p:txBody>
      </p:sp>
      <p:sp>
        <p:nvSpPr>
          <p:cNvPr id="12" name="TextBox 11"/>
          <p:cNvSpPr txBox="1"/>
          <p:nvPr/>
        </p:nvSpPr>
        <p:spPr>
          <a:xfrm>
            <a:off x="457200" y="3520440"/>
            <a:ext cx="8229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👥 Team Members:</a:t>
            </a:r>
          </a:p>
          <a:p>
            <a:pPr algn="l"/>
            <a:r>
              <a:rPr sz="800">
                <a:solidFill>
                  <a:srgbClr val="CCE8FF"/>
                </a:solidFill>
              </a:rPr>
              <a:t>  RAMAVATH BABU (Team Leader · GGU, Bilaspur)  ·  Dyaga Nishmitha (Sreenidhi IST)  ·  Anvita Sharma (ADGITM, Delhi)</a:t>
            </a:r>
          </a:p>
          <a:p>
            <a:pPr algn="l"/>
            <a:r>
              <a:rPr sz="800">
                <a:solidFill>
                  <a:srgbClr val="CCE8FF"/>
                </a:solidFill>
              </a:rPr>
              <a:t>  Arpita Patel (REC, Rewa)  ·  Maithili Pandey (PVPPCE, Mumbai)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reports 1.5 lakh road deaths annually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560320" cy="2011680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344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Hour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can save a life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2435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No Location Info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1517904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Victims and bystanders can't quickly identify nearby trauma centres or ambulances.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0" y="224028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91840" y="22951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📵 Offline Failure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2569464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network in accident-prone highways. Apps fail when most needed.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0" y="118872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26480" y="12435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Language Barrier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1517904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info is rarely available in regional languages. We now support English, Hindi, Telugu, Tamil &amp; Kannada.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35040" y="224028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126480" y="22951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Fragmented Data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26480" y="2569464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database of emergency services — hospital, police, towing — in one offline-ready place.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383280"/>
            <a:ext cx="8412480" cy="5943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3832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"Every second counts. But when you need help most, you don't know where to look."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480560"/>
            <a:ext cx="859536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Safety Hackathon 2026 — IIT Madras CoERS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0" y="2286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EF23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RoadSoS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Progressive Web App (PWA) that instantly locates emergency services during road accidents.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402336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08760"/>
            <a:ext cx="91440" cy="1371600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002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 Chatbot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19659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chatbot understands distress messages in 5 languages (English, Hindi, Telugu, Tamil, Kannada). Instantly parses intent and severity to fetch the right services.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508760"/>
            <a:ext cx="402336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508760"/>
            <a:ext cx="91440" cy="13716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6002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Geo-Location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46320" y="19659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GPS-based real-time service discovery with Haversine distance calculations. Features an interactive Demo Mode across 5 major Indian cities.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402336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017520"/>
            <a:ext cx="91440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1089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📵 Offline Mode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34747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with service workers and local SQLite database. Delivers critical first-aid instructions and emergency numbers with zero internet connectivity.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3017520"/>
            <a:ext cx="402336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3017520"/>
            <a:ext cx="91440" cy="1371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1089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Auto-Crash PoC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46320" y="34747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"Simulate Auto-Crash" button: flashes screen, vibrates device, and auto-triggers the full SOS protocol — live demo of future Edge-AI accelerometer integration.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480560"/>
            <a:ext cx="859536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Safety Hackathon 2026 — IIT Madras CoERS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651760" cy="2377440"/>
          </a:xfrm>
          <a:prstGeom prst="rect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265176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88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Frontend — PWA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 + HTML5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Web App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Service Workers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Auto-Crash PoC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17520" y="2377440"/>
            <a:ext cx="182880" cy="0"/>
          </a:xfrm>
          <a:prstGeom prst="line">
            <a:avLst/>
          </a:prstGeom>
          <a:noFill/>
          <a:ln w="254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90088" y="21945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200400" y="1188720"/>
            <a:ext cx="2651760" cy="2377440"/>
          </a:xfrm>
          <a:prstGeom prst="rect">
            <a:avLst/>
          </a:prstGeom>
          <a:solidFill>
            <a:srgbClr val="EF233C">
              <a:alpha val="15000"/>
            </a:srgbClr>
          </a:solidFill>
          <a:ln w="12700">
            <a:solidFill>
              <a:srgbClr val="EF233C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188720"/>
            <a:ext cx="2651760" cy="457200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188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Backend — FastAPI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169164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Endpoints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Haversine Geocalculations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NLP (5 Languages)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52160" y="2377440"/>
            <a:ext cx="182880" cy="0"/>
          </a:xfrm>
          <a:prstGeom prst="line">
            <a:avLst/>
          </a:prstGeom>
          <a:noFill/>
          <a:ln w="25400">
            <a:solidFill>
              <a:srgbClr val="1118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24728" y="21945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035040" y="1188720"/>
            <a:ext cx="2651760" cy="2377440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188720"/>
            <a:ext cx="265176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1188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Database — SQLite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26480" y="169164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SQLite DB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Verified Emergency Services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Major Indian Cities (MVP)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Aid Tips (5 Scenarios, 5 Langs)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3749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645920" y="3767328"/>
            <a:ext cx="1129284" cy="292608"/>
          </a:xfrm>
          <a:prstGeom prst="roundRect">
            <a:avLst>
              <a:gd name="adj" fmla="val 15625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45920" y="3767328"/>
            <a:ext cx="11292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866644" y="3767328"/>
            <a:ext cx="818388" cy="292608"/>
          </a:xfrm>
          <a:prstGeom prst="roundRect">
            <a:avLst>
              <a:gd name="adj" fmla="val 15625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66644" y="3767328"/>
            <a:ext cx="8183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776472" y="3767328"/>
            <a:ext cx="818388" cy="292608"/>
          </a:xfrm>
          <a:prstGeom prst="roundRect">
            <a:avLst>
              <a:gd name="adj" fmla="val 15625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76472" y="3767328"/>
            <a:ext cx="8183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SQLite3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86300" y="3767328"/>
            <a:ext cx="973836" cy="292608"/>
          </a:xfrm>
          <a:prstGeom prst="roundRect">
            <a:avLst>
              <a:gd name="adj" fmla="val 15625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3767328"/>
            <a:ext cx="973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Haversine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751576" y="3767328"/>
            <a:ext cx="973836" cy="292608"/>
          </a:xfrm>
          <a:prstGeom prst="roundRect">
            <a:avLst>
              <a:gd name="adj" fmla="val 15625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51576" y="3767328"/>
            <a:ext cx="973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PWA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816852" y="3767328"/>
            <a:ext cx="1440180" cy="292608"/>
          </a:xfrm>
          <a:prstGeom prst="roundRect">
            <a:avLst>
              <a:gd name="adj" fmla="val 15625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16852" y="3767328"/>
            <a:ext cx="14401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Workers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480560"/>
            <a:ext cx="859536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Safety Hackathon 2026 — IIT Madras CoERS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Criteria Coverage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84632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17320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4173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&amp; Data Accuracy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63677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hospital &amp; police data + OSM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484632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965960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19659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Services (Phase 1 MVP)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218541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verified services across 5 Indian cities in SQLite DB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484632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514600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25146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Functionality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273405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with service worker caching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063240"/>
            <a:ext cx="484632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3063240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30632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Additional Features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328269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chatbot, multilingual, first-aid tips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611880"/>
            <a:ext cx="484632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3611880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36118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&amp; Future Scope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8680" y="383133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scale Pan-India via OpenStreetMap Overpass API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86400" y="9601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Value Add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0" y="14173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5-Language AI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0" y="1691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English, Hindi, Telugu, Tamil &amp; Kannada NLP intent detection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0" y="21214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One-Tap SOS + Auto-Crash PoC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0" y="23957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locates all services in &lt; 2 seconds + built-in crash simulator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0" y="282549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ETA Calculation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0" y="309981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drive time estimate to each service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0" y="352958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🩺  First Aid Guide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0" y="380390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offline response for 5 scenarios (General, Bleeding, Unconscious, Burns, Fractures)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480560"/>
            <a:ext cx="859536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Safety Hackathon 2026 — IIT Madras CoERS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&amp; Future Roadmap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196596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1965960" cy="54864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97864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23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1.5L+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38912" y="1737360"/>
            <a:ext cx="1819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road deaths in India saved if golden hour is met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68880" y="1143000"/>
            <a:ext cx="196596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68880" y="1143000"/>
            <a:ext cx="196596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1197864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542032" y="1737360"/>
            <a:ext cx="1819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Indian Cities in Phase 1 MVP (Hyderabad, Mumbai, Delhi, Bengaluru, Chennai)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0" y="1143000"/>
            <a:ext cx="196596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143000"/>
            <a:ext cx="19659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197864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645152" y="1737360"/>
            <a:ext cx="1819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Languages: English, Hindi, Telugu, Tamil &amp; Kannada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675120" y="1143000"/>
            <a:ext cx="196596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75120" y="1143000"/>
            <a:ext cx="1965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1197864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50+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748272" y="1737360"/>
            <a:ext cx="1819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emergency services in Phase 1 database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2514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Roadmap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2926080"/>
            <a:ext cx="201168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926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Current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337560"/>
            <a:ext cx="2011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3364992"/>
            <a:ext cx="186537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+ AI Chatbot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Services, 5 Cities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5-Language Support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377440" y="306324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514600" y="2926080"/>
            <a:ext cx="2011680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14600" y="2926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3 Months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514600" y="3337560"/>
            <a:ext cx="2011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87752" y="3364992"/>
            <a:ext cx="186537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Edge-AI Crash Detection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YOLOv10 On-Device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LLM (Gemma 2B)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26280" y="306324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663440" y="2926080"/>
            <a:ext cx="201168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2926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6 Months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63440" y="3337560"/>
            <a:ext cx="2011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36592" y="3364992"/>
            <a:ext cx="186537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V2X Telematics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OBD-II / Airbag Trigger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Med. Passports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675120" y="306324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812280" y="2926080"/>
            <a:ext cx="2011680" cy="411480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12280" y="2926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12 Months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812280" y="3337560"/>
            <a:ext cx="2011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85432" y="3364992"/>
            <a:ext cx="186537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Drone Dispatch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Govt. Partnership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Deployment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480560"/>
            <a:ext cx="859536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Safety Hackathon 2026 — IIT Madras CoERS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26280" y="0"/>
            <a:ext cx="9144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🆘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2743200" y="91440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2743200" y="17373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F23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You.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43200" y="283464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RoadSoS — Saving lives, one second at a time.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0" y="34290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hackathon@rbg.iitm.ac.in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0" y="374904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Python (FastAPI) + React PWA + SQLite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0" y="40690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Phase 1 MVP: 5 Indian Cities · 50 Services · 5 Languages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480560"/>
            <a:ext cx="859536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Road Safety Hackathon 2026  •  IIT Madras — CoERS  •  RoadSoS Team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RoadSoS — AI Emergency Services Finder</dc:title>
  <dc:subject>PptxGenJS Presentation</dc:subject>
  <dc:creator>Team RoadSoS</dc:creator>
  <cp:lastModifiedBy>Team RoadSoS</cp:lastModifiedBy>
  <cp:revision>1</cp:revision>
  <dcterms:created xsi:type="dcterms:W3CDTF">2026-04-23T08:22:06Z</dcterms:created>
  <dcterms:modified xsi:type="dcterms:W3CDTF">2026-04-23T08:22:06Z</dcterms:modified>
</cp:coreProperties>
</file>